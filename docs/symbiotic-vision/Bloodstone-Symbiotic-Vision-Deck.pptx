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Blurt × Bloodstone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Symbiotic Vision — A Sovereign Internet Awakens (2027–2035)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· v0.15.0-beta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Raspberry Pi as a sovereign node — censorship-resistant publishing + unstoppable storage mesh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Self-healing, self-funding nervous system for human civilization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Blurt = trust anchor &amp; identity · Bloodstone = memory &amp; compute fabric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0–5 in beta today · Layer 6 on 2030+ horizon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competing with the legacy web — replacing its fragile core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0120"/>
            <a:ext cx="292608" cy="292608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Autonomous Expansion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960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PLANNED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8229600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270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Sovereign Interfaces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527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BETA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093976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07568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Economic Singularity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2093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BETA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69464"/>
            <a:ext cx="8229600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66090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26426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Edge Intelligence Fleet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660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BETA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36392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227832"/>
            <a:ext cx="292608" cy="29260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20954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Planetary Chain Mesh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227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BETA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79476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37764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Eternal Publishing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3794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BETA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70248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36168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43434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Sovereign Digital Souls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BETA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0–2: Identity, Publishing, Mesh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L0: bloodstone_agent/v1 — Blurt keys + AI agent identity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bloodstone_provenance/v1 — Post-Truth Engine, blog manifests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BSM1 chunks + DTN bundles — 72h offline sync, quorum 2-of-3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 _bloodstone-dtn._tcp + TLS peer forwards (Wave 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streaming for video on any Pi node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3–6: Edge, Economy, UI,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Pi/Android providers — storage, compute, bandwidth, sensor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L4: BLURT→STONE memo rails (storage, compute, bandwidth)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L5: Condenser embed + spatial WebXR + AR geo overlays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(planned): AI curation, DAO bounties, viral node replication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QUASAR Phases 1–5: braid finality defense in core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Case: Eternal Dissident Journalist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sharded across nodes — survives ISP blocks &amp; firewalls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LAN mesh, DTN sneakernet, satellite handoff (roadmap)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pays BLURT/STONE directly — node operators earn hosting fees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anchor proves authenticity against deep fakes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today: STRONG — provenance + mesh + DTN forward live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Case: Disaster / Village Mesh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or blackout — Pis keep digital life alive locally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DTN store-and-forward queues bundles until brief uplink windows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 discovers neighbors; TLS secures peer bundle exchange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heal replicates under-provisioned chunks automatically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today: STRONGEST — Waves C–E built exactly for this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Case: Creator Media Empire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platform rent — your audience graph, your revenue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video from neighborhood Pis (not centralized CDN)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 embed — paste into Blurt posts, iframe anywhere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earn STONE seeding content they love (rails designed)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today: MODERATE — streaming + embed live, incentives next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 — July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Convergence Layers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(0–5 beta)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371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</a:rPr>
              <a:t>A–E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0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Waves Complete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provenance → TLS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371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QUASAR Phase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braid validation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371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</a:rPr>
              <a:t>7+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DTN Peers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mDNS + TLS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Hyper-Flywheel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→ content floods the network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→ storage &amp; bandwidth drive STONE value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→ millions run nodes, earn while strengthening mesh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→ developers &amp; AIs build on open APIs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→ billions participate → compounding returns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token: BLURT rewards creativity · STONE pays infrastructure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2027–2035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Spine ✓ — Layers 0–5 beta, Waves A–E complete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 Scale — enforce memo rails, compute job manifests, Pi fleet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2030–32 Mesh — gossip protocol, Starlink handoff, offline Condenser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2033–35 Symbiosis — L6 AI ecosystem, DAO bounties, closed flywheel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GET /api/convergence/status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Symbiotic Stack.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Blurt + Bloodstone = the permanent, self-owning nervous 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free and creative humanity.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bloodstonewallet.mytunnel.org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Blurt × Bloodstone — Symbiotic Vision</dc:title>
  <dc:subject>PptxGenJS Presentation</dc:subject>
  <dc:creator>Bloodstone LLC</dc:creator>
  <cp:lastModifiedBy>Bloodstone LLC</cp:lastModifiedBy>
  <cp:revision>1</cp:revision>
  <dcterms:created xsi:type="dcterms:W3CDTF">2026-07-08T14:24:58Z</dcterms:created>
  <dcterms:modified xsi:type="dcterms:W3CDTF">2026-07-08T14:24:58Z</dcterms:modified>
</cp:coreProperties>
</file>